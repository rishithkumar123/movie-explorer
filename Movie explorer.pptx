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5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275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18605" y="597786"/>
            <a:ext cx="7954788" cy="113877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lang="en-IN" sz="3600" b="1" dirty="0">
                <a:solidFill>
                  <a:srgbClr val="315B74"/>
                </a:solidFill>
                <a:latin typeface="Aptos"/>
              </a:rPr>
              <a:t>Raghu Engineering Collage (A)</a:t>
            </a:r>
          </a:p>
          <a:p>
            <a:pPr algn="ctr"/>
            <a:r>
              <a:rPr lang="en-IN" sz="1600" b="1" dirty="0">
                <a:solidFill>
                  <a:srgbClr val="315B74"/>
                </a:solidFill>
                <a:latin typeface="Aptos"/>
              </a:rPr>
              <a:t>Bachelor of Technology</a:t>
            </a:r>
          </a:p>
          <a:p>
            <a:pPr algn="ctr"/>
            <a:r>
              <a:rPr lang="en-IN" sz="1600" b="1" dirty="0">
                <a:solidFill>
                  <a:srgbClr val="315B74"/>
                </a:solidFill>
                <a:latin typeface="Aptos"/>
              </a:rPr>
              <a:t>Department of Computer science Engineering</a:t>
            </a:r>
            <a:endParaRPr sz="1600" b="1" dirty="0">
              <a:solidFill>
                <a:srgbClr val="315B74"/>
              </a:solidFill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9A2ADC-A4FF-A83E-11E4-DF97A1FA734C}"/>
              </a:ext>
            </a:extLst>
          </p:cNvPr>
          <p:cNvSpPr/>
          <p:nvPr/>
        </p:nvSpPr>
        <p:spPr>
          <a:xfrm>
            <a:off x="1563326" y="2174996"/>
            <a:ext cx="9065344" cy="17473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111535" y="2337895"/>
            <a:ext cx="9968926" cy="196977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MOVIE EXPLORER</a:t>
            </a:r>
          </a:p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Web-Based Mini Project submitted for [Computer science Engineering/ 3-1]</a:t>
            </a:r>
          </a:p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 Team-14. CSE AI-ML</a:t>
            </a:r>
          </a:p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Guided by K. Sandeep Kumar</a:t>
            </a:r>
          </a:p>
          <a:p>
            <a:pPr algn="ctr"/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pic>
        <p:nvPicPr>
          <p:cNvPr id="8" name="Picture 7" descr="Raghu Engineering College Employees, Location, Alumni | LinkedIn">
            <a:extLst>
              <a:ext uri="{FF2B5EF4-FFF2-40B4-BE49-F238E27FC236}">
                <a16:creationId xmlns:a16="http://schemas.microsoft.com/office/drawing/2014/main" id="{E55ADBF5-5F70-332A-A5F8-0E47FF40B4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" t="-18230" r="-18230" b="1"/>
          <a:stretch>
            <a:fillRect/>
          </a:stretch>
        </p:blipFill>
        <p:spPr>
          <a:xfrm>
            <a:off x="2223319" y="492842"/>
            <a:ext cx="834513" cy="83451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7FFB38-4F3B-AF36-672C-E546B4976525}"/>
              </a:ext>
            </a:extLst>
          </p:cNvPr>
          <p:cNvCxnSpPr>
            <a:cxnSpLocks/>
          </p:cNvCxnSpPr>
          <p:nvPr/>
        </p:nvCxnSpPr>
        <p:spPr>
          <a:xfrm>
            <a:off x="3945004" y="4434348"/>
            <a:ext cx="0" cy="18779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31B5431-55AD-47A2-50D6-B291883551E9}"/>
              </a:ext>
            </a:extLst>
          </p:cNvPr>
          <p:cNvSpPr txBox="1"/>
          <p:nvPr/>
        </p:nvSpPr>
        <p:spPr>
          <a:xfrm>
            <a:off x="349659" y="4995900"/>
            <a:ext cx="4581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Head Of Department</a:t>
            </a:r>
          </a:p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Dr. G. Sridevi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CDA3D4-C96B-413C-99F8-4D85073DC5C6}"/>
              </a:ext>
            </a:extLst>
          </p:cNvPr>
          <p:cNvSpPr txBox="1"/>
          <p:nvPr/>
        </p:nvSpPr>
        <p:spPr>
          <a:xfrm>
            <a:off x="4045973" y="5019648"/>
            <a:ext cx="4100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Guided By: 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Mr. K. Sandeep Kumar M. Tech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E73432-DDFF-F5D5-FE10-3AF4B8778838}"/>
              </a:ext>
            </a:extLst>
          </p:cNvPr>
          <p:cNvSpPr txBox="1"/>
          <p:nvPr/>
        </p:nvSpPr>
        <p:spPr>
          <a:xfrm>
            <a:off x="7293917" y="4373318"/>
            <a:ext cx="82590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By:</a:t>
            </a:r>
          </a:p>
          <a:p>
            <a:pPr lvl="0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Tagaram Sonalika (TL)-24981A428P</a:t>
            </a:r>
          </a:p>
          <a:p>
            <a:pPr lvl="0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Chenna Varun-24981A246U</a:t>
            </a:r>
          </a:p>
          <a:p>
            <a:pPr lvl="0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Mamidi Rishith kumar-24981A4251</a:t>
            </a:r>
          </a:p>
          <a:p>
            <a:pPr lvl="0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Gutti indu valani-24981A424Y</a:t>
            </a:r>
          </a:p>
          <a:p>
            <a:pPr lvl="0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Chodisetti tejeswararao-24981A426X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E9FC28-EEE9-E729-6EFD-5CBF43E784BA}"/>
              </a:ext>
            </a:extLst>
          </p:cNvPr>
          <p:cNvCxnSpPr>
            <a:cxnSpLocks/>
          </p:cNvCxnSpPr>
          <p:nvPr/>
        </p:nvCxnSpPr>
        <p:spPr>
          <a:xfrm>
            <a:off x="7111910" y="4434348"/>
            <a:ext cx="0" cy="18779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D09FD-A573-E280-3121-DA70245BC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>
            <a:extLst>
              <a:ext uri="{FF2B5EF4-FFF2-40B4-BE49-F238E27FC236}">
                <a16:creationId xmlns:a16="http://schemas.microsoft.com/office/drawing/2014/main" id="{A9F5CD5E-C683-FC2D-7BE2-F58531F91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3CC4B00-73C9-A6B4-A959-1CD67ABC9453}"/>
              </a:ext>
            </a:extLst>
          </p:cNvPr>
          <p:cNvSpPr/>
          <p:nvPr/>
        </p:nvSpPr>
        <p:spPr>
          <a:xfrm>
            <a:off x="1828800" y="1325880"/>
            <a:ext cx="8503920" cy="3931920"/>
          </a:xfrm>
          <a:prstGeom prst="roundRect">
            <a:avLst/>
          </a:prstGeom>
          <a:solidFill>
            <a:srgbClr val="FFFDF7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FBF92-D966-6F93-45C2-4D3787B389EC}"/>
              </a:ext>
            </a:extLst>
          </p:cNvPr>
          <p:cNvSpPr txBox="1"/>
          <p:nvPr/>
        </p:nvSpPr>
        <p:spPr>
          <a:xfrm>
            <a:off x="2164079" y="1534334"/>
            <a:ext cx="6797041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IN" sz="3200" b="1" dirty="0">
                <a:solidFill>
                  <a:srgbClr val="315B74"/>
                </a:solidFill>
                <a:latin typeface="Aptos"/>
              </a:rPr>
              <a:t>Contents:</a:t>
            </a:r>
            <a:endParaRPr sz="3200" b="1" dirty="0">
              <a:solidFill>
                <a:srgbClr val="315B74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4C127-4C08-04FB-7767-FB267974C393}"/>
              </a:ext>
            </a:extLst>
          </p:cNvPr>
          <p:cNvSpPr txBox="1"/>
          <p:nvPr/>
        </p:nvSpPr>
        <p:spPr>
          <a:xfrm>
            <a:off x="2102382" y="2227429"/>
            <a:ext cx="5944092" cy="29238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305B74"/>
                </a:solidFill>
                <a:latin typeface="Aptos"/>
              </a:rPr>
              <a:t>Project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305B74"/>
                </a:solidFill>
                <a:latin typeface="Aptos"/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305B74"/>
                </a:solidFill>
                <a:latin typeface="Aptos"/>
              </a:rPr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305B74"/>
                </a:solidFill>
                <a:latin typeface="Aptos"/>
              </a:rPr>
              <a:t>Technologies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305B74"/>
                </a:solidFill>
                <a:latin typeface="Aptos"/>
              </a:rPr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305B74"/>
                </a:solidFill>
                <a:latin typeface="Aptos"/>
              </a:rPr>
              <a:t>Responsive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305B74"/>
                </a:solidFill>
                <a:latin typeface="Aptos"/>
              </a:rPr>
              <a:t>Benefits &amp; Learning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305B74"/>
                </a:solidFill>
                <a:latin typeface="Aptos"/>
              </a:rPr>
              <a:t>Conclusion</a:t>
            </a:r>
          </a:p>
          <a:p>
            <a:endParaRPr lang="en-IN" sz="2000" b="1" dirty="0">
              <a:solidFill>
                <a:srgbClr val="305B74"/>
              </a:solidFill>
              <a:latin typeface="Aptos"/>
            </a:endParaRPr>
          </a:p>
          <a:p>
            <a:pPr algn="ctr"/>
            <a:endParaRPr sz="2000" b="0" dirty="0">
              <a:solidFill>
                <a:srgbClr val="4D5A65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A75A7-FAB4-595C-B74E-B6C2EF5AC79A}"/>
              </a:ext>
            </a:extLst>
          </p:cNvPr>
          <p:cNvSpPr txBox="1"/>
          <p:nvPr/>
        </p:nvSpPr>
        <p:spPr>
          <a:xfrm>
            <a:off x="3200400" y="4770717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dirty="0">
                <a:solidFill>
                  <a:srgbClr val="5C89A1"/>
                </a:solidFill>
                <a:latin typeface="Aptos"/>
              </a:rPr>
              <a:t>HTML  •  CSS  •  JavaScript</a:t>
            </a:r>
          </a:p>
        </p:txBody>
      </p:sp>
    </p:spTree>
    <p:extLst>
      <p:ext uri="{BB962C8B-B14F-4D97-AF65-F5344CB8AC3E}">
        <p14:creationId xmlns:p14="http://schemas.microsoft.com/office/powerpoint/2010/main" val="614961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1874-F167-8C23-4454-C6CBA0FCB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>
            <a:extLst>
              <a:ext uri="{FF2B5EF4-FFF2-40B4-BE49-F238E27FC236}">
                <a16:creationId xmlns:a16="http://schemas.microsoft.com/office/drawing/2014/main" id="{709E904B-6863-070C-97CE-D42687D17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CB518B-0BA5-3271-77D4-A214056F2B0A}"/>
              </a:ext>
            </a:extLst>
          </p:cNvPr>
          <p:cNvSpPr/>
          <p:nvPr/>
        </p:nvSpPr>
        <p:spPr>
          <a:xfrm>
            <a:off x="1828800" y="1325880"/>
            <a:ext cx="8503920" cy="3931920"/>
          </a:xfrm>
          <a:prstGeom prst="roundRect">
            <a:avLst/>
          </a:prstGeom>
          <a:solidFill>
            <a:srgbClr val="FFFDF7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86F88-CDD2-17B3-C217-BE3D470226C1}"/>
              </a:ext>
            </a:extLst>
          </p:cNvPr>
          <p:cNvSpPr txBox="1"/>
          <p:nvPr/>
        </p:nvSpPr>
        <p:spPr>
          <a:xfrm>
            <a:off x="2148840" y="1965960"/>
            <a:ext cx="78638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>
                <a:solidFill>
                  <a:srgbClr val="315B74"/>
                </a:solidFill>
                <a:latin typeface="Aptos"/>
              </a:rPr>
              <a:t>MOVIE EXPLORER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53B0A-CC0D-84E6-13C7-B929C55DFFF8}"/>
              </a:ext>
            </a:extLst>
          </p:cNvPr>
          <p:cNvSpPr txBox="1"/>
          <p:nvPr/>
        </p:nvSpPr>
        <p:spPr>
          <a:xfrm>
            <a:off x="2423160" y="2971800"/>
            <a:ext cx="73152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4D5A65"/>
                </a:solidFill>
                <a:latin typeface="Aptos"/>
              </a:rPr>
              <a:t>A responsive web-based application for browsing, searching, filtering, sorting, and exploring movie information.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5E8BD-A288-9157-11E8-D128B2C9ED60}"/>
              </a:ext>
            </a:extLst>
          </p:cNvPr>
          <p:cNvSpPr txBox="1"/>
          <p:nvPr/>
        </p:nvSpPr>
        <p:spPr>
          <a:xfrm>
            <a:off x="3200400" y="4343400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5C89A1"/>
                </a:solidFill>
                <a:latin typeface="Aptos"/>
              </a:rPr>
              <a:t>HTML  •  CSS  •  JavaScript</a:t>
            </a:r>
          </a:p>
        </p:txBody>
      </p:sp>
    </p:spTree>
    <p:extLst>
      <p:ext uri="{BB962C8B-B14F-4D97-AF65-F5344CB8AC3E}">
        <p14:creationId xmlns:p14="http://schemas.microsoft.com/office/powerpoint/2010/main" val="201416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dirty="0">
                <a:solidFill>
                  <a:srgbClr val="305B74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A structured and accessible platform for interactive movie exploration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383280" cy="182880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73936"/>
            <a:ext cx="305409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386782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40280"/>
            <a:ext cx="3054096" cy="11155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434F59"/>
                </a:solidFill>
                <a:latin typeface="Aptos"/>
              </a:rPr>
              <a:t>Provides a simple interface for browsing and examining a collection of movies.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773936"/>
            <a:ext cx="305409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386782"/>
                </a:solidFill>
                <a:latin typeface="Aptos"/>
              </a:rPr>
              <a:t>Core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240280"/>
            <a:ext cx="3054096" cy="11155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434F59"/>
                </a:solidFill>
                <a:latin typeface="Aptos"/>
              </a:rPr>
              <a:t>Demonstrates practical front-end development concepts using a single client-side application.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645920"/>
            <a:ext cx="3383280" cy="182880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9871" y="1773936"/>
            <a:ext cx="305409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386782"/>
                </a:solidFill>
                <a:latin typeface="Aptos"/>
              </a:rPr>
              <a:t>User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2240280"/>
            <a:ext cx="3054096" cy="11155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434F59"/>
                </a:solidFill>
                <a:latin typeface="Aptos"/>
              </a:rPr>
              <a:t>Reduces the effort required to locate movies and explore relevant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69080"/>
            <a:ext cx="95097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>
                <a:solidFill>
                  <a:srgbClr val="435C6A"/>
                </a:solidFill>
                <a:latin typeface="Aptos"/>
              </a:rPr>
              <a:t>The application combines structure, presentation, data handling, and interaction into one responsive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dirty="0">
                <a:solidFill>
                  <a:srgbClr val="305B74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Movie collections can become difficult to browse when information is not organized effectively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799" y="1413485"/>
            <a:ext cx="10058400" cy="1754326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1200"/>
              </a:spcAft>
            </a:pPr>
            <a:r>
              <a:rPr sz="2100" dirty="0">
                <a:solidFill>
                  <a:srgbClr val="304B60"/>
                </a:solidFill>
                <a:latin typeface="Aptos"/>
              </a:rPr>
              <a:t>• </a:t>
            </a:r>
            <a:r>
              <a:rPr dirty="0">
                <a:solidFill>
                  <a:srgbClr val="304B60"/>
                </a:solidFill>
                <a:latin typeface="Aptos"/>
              </a:rPr>
              <a:t>Users need a convenient way to locate specific movies.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304B60"/>
                </a:solidFill>
                <a:latin typeface="Aptos"/>
              </a:rPr>
              <a:t>• Large collections benefit from search, filtering, and sorting mechanisms.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304B60"/>
                </a:solidFill>
                <a:latin typeface="Aptos"/>
              </a:rPr>
              <a:t>• Movie details should be presented clearly without making the interface complex.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304B60"/>
                </a:solidFill>
                <a:latin typeface="Aptos"/>
              </a:rPr>
              <a:t>• The project addresses these needs through a responsive front-end application</a:t>
            </a:r>
            <a:r>
              <a:rPr sz="2100" dirty="0">
                <a:solidFill>
                  <a:srgbClr val="304B60"/>
                </a:solidFill>
                <a:latin typeface="Aptos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A9141F-852D-D989-FC14-998B13B70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914" y="3400415"/>
            <a:ext cx="5730253" cy="32249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dirty="0">
                <a:solidFill>
                  <a:srgbClr val="305B74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What the Movie Explorer is designed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154680" cy="16916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728216"/>
            <a:ext cx="282549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Organize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94560"/>
            <a:ext cx="2825496" cy="978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Present movie data in a structured and accessible collection.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00200"/>
            <a:ext cx="3154680" cy="16916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25112" y="1728216"/>
            <a:ext cx="282549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2194560"/>
            <a:ext cx="2825496" cy="978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Allow users to quickly find movies by title.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600200"/>
            <a:ext cx="3154680" cy="16916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08392" y="1728216"/>
            <a:ext cx="282549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194560"/>
            <a:ext cx="2825496" cy="978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Narrow results according to movie genre.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03320"/>
            <a:ext cx="3154680" cy="16916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831335"/>
            <a:ext cx="282549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297680"/>
            <a:ext cx="2825496" cy="978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Arrange movies by rating or release year.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703320"/>
            <a:ext cx="3154680" cy="16916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25112" y="3831335"/>
            <a:ext cx="282549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297680"/>
            <a:ext cx="2825496" cy="978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Provide access to detailed movie information.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703320"/>
            <a:ext cx="3154680" cy="16916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08392" y="3831335"/>
            <a:ext cx="282549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Demonstrate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4297680"/>
            <a:ext cx="2825496" cy="978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Apply core HTML, CSS, and JavaScript concepts.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dirty="0">
                <a:solidFill>
                  <a:srgbClr val="305B74"/>
                </a:solidFill>
                <a:latin typeface="Aptos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The project is implemented exclusively with front-end web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108960" cy="246888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956816"/>
            <a:ext cx="27797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386782"/>
                </a:solidFill>
                <a:latin typeface="Aptos"/>
              </a:rPr>
              <a:t>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423160"/>
            <a:ext cx="2779776" cy="175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434F59"/>
                </a:solidFill>
                <a:latin typeface="Aptos"/>
              </a:rPr>
              <a:t>Defines semantic structure, content organization, and the application layout.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108960" cy="246888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90872" y="1956816"/>
            <a:ext cx="27797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386782"/>
                </a:solidFill>
                <a:latin typeface="Aptos"/>
              </a:rP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423160"/>
            <a:ext cx="2779776" cy="175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434F59"/>
                </a:solidFill>
                <a:latin typeface="Aptos"/>
              </a:rPr>
              <a:t>Handles presentation, visual styling, layout, responsiveness, Grid, and Flexbox.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108960" cy="246888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956816"/>
            <a:ext cx="27797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386782"/>
                </a:solidFill>
                <a:latin typeface="Aptos"/>
              </a:rP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23160"/>
            <a:ext cx="2779776" cy="175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434F59"/>
                </a:solidFill>
                <a:latin typeface="Aptos"/>
              </a:rPr>
              <a:t>Provides dynamic behavior, data handling, DOM manipulation, and event-driven interaction.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800600"/>
            <a:ext cx="8138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4B6775"/>
                </a:solidFill>
                <a:latin typeface="Aptos"/>
              </a:rPr>
              <a:t>No server-side framework is required for the core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305B74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How the main front-end components work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108960" cy="219456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956816"/>
            <a:ext cx="27797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386782"/>
                </a:solidFill>
                <a:latin typeface="Aptos"/>
              </a:rPr>
              <a:t>Movie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423160"/>
            <a:ext cx="2779776" cy="14813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434F59"/>
                </a:solidFill>
                <a:latin typeface="Aptos"/>
              </a:rPr>
              <a:t>Arrays and objects store the movie collection and its attributes.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108960" cy="219456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90872" y="1956816"/>
            <a:ext cx="27797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386782"/>
                </a:solidFill>
                <a:latin typeface="Aptos"/>
              </a:rPr>
              <a:t>JavaScript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423160"/>
            <a:ext cx="2779776" cy="14813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434F59"/>
                </a:solidFill>
                <a:latin typeface="Aptos"/>
              </a:rPr>
              <a:t>Search, filtering, sorting, events, and DOM updates process user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108960" cy="219456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956816"/>
            <a:ext cx="27797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386782"/>
                </a:solidFill>
                <a:latin typeface="Aptos"/>
              </a:rPr>
              <a:t>HTML + CSS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23160"/>
            <a:ext cx="2779776" cy="14813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434F59"/>
                </a:solidFill>
                <a:latin typeface="Aptos"/>
              </a:rPr>
              <a:t>The processed data is rendered into a responsive, user-friendly interface.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996696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>
                <a:solidFill>
                  <a:srgbClr val="42697E"/>
                </a:solidFill>
                <a:latin typeface="Aptos"/>
              </a:rPr>
              <a:t>User Action  →  JavaScript Processing  →  DOM Update  →  Updated Movie Collection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dirty="0">
                <a:solidFill>
                  <a:srgbClr val="305B74"/>
                </a:solidFill>
                <a:latin typeface="Apto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Interactive capabilities provided by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429000" cy="19202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728216"/>
            <a:ext cx="309981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386782"/>
                </a:solidFill>
                <a:latin typeface="Aptos"/>
              </a:rPr>
              <a:t>Movie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94560"/>
            <a:ext cx="3099816" cy="12070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434F59"/>
                </a:solidFill>
                <a:latin typeface="Aptos"/>
              </a:rPr>
              <a:t>Search by title to locate a particular movie.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600200"/>
            <a:ext cx="3429000" cy="19202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90871" y="1728216"/>
            <a:ext cx="309981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386782"/>
                </a:solidFill>
                <a:latin typeface="Aptos"/>
              </a:rPr>
              <a:t>Genre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1" y="2194560"/>
            <a:ext cx="3099816" cy="12070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434F59"/>
                </a:solidFill>
                <a:latin typeface="Aptos"/>
              </a:rPr>
              <a:t>Display movies belonging to a selected genre.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1600200"/>
            <a:ext cx="3429000" cy="19202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9911" y="1728216"/>
            <a:ext cx="309981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386782"/>
                </a:solidFill>
                <a:latin typeface="Aptos"/>
              </a:rPr>
              <a:t>Rating Sort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1" y="2194560"/>
            <a:ext cx="3099816" cy="12070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434F59"/>
                </a:solidFill>
                <a:latin typeface="Aptos"/>
              </a:rPr>
              <a:t>Organize the collection according to movie ratings.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23360"/>
            <a:ext cx="3429000" cy="19202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151376"/>
            <a:ext cx="309981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386782"/>
                </a:solidFill>
                <a:latin typeface="Aptos"/>
              </a:rPr>
              <a:t>Year 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617720"/>
            <a:ext cx="3099816" cy="12070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434F59"/>
                </a:solidFill>
                <a:latin typeface="Aptos"/>
              </a:rPr>
              <a:t>Arrange movies by release year.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79" y="4023360"/>
            <a:ext cx="3429000" cy="19202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90871" y="4151376"/>
            <a:ext cx="309981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386782"/>
                </a:solidFill>
                <a:latin typeface="Aptos"/>
              </a:rPr>
              <a:t>Movie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1" y="4617720"/>
            <a:ext cx="3099816" cy="12070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434F59"/>
                </a:solidFill>
                <a:latin typeface="Aptos"/>
              </a:rPr>
              <a:t>Interact with components to examine detailed information.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19" y="4023360"/>
            <a:ext cx="3429000" cy="19202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9911" y="4151376"/>
            <a:ext cx="309981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386782"/>
                </a:solidFill>
                <a:latin typeface="Aptos"/>
              </a:rPr>
              <a:t>Dynamic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4617720"/>
            <a:ext cx="3099816" cy="12070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434F59"/>
                </a:solidFill>
                <a:latin typeface="Aptos"/>
              </a:rPr>
              <a:t>Refresh displayed results without rebuilding the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305B74"/>
                </a:solidFill>
                <a:latin typeface="Aptos"/>
              </a:rPr>
              <a:t>Search, Filter &amp; Sort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User actions dynamically update the visible movie collection</a:t>
            </a:r>
          </a:p>
        </p:txBody>
      </p:sp>
      <p:sp>
        <p:nvSpPr>
          <p:cNvPr id="5" name="Oval 4"/>
          <p:cNvSpPr/>
          <p:nvPr/>
        </p:nvSpPr>
        <p:spPr>
          <a:xfrm>
            <a:off x="1600200" y="1600200"/>
            <a:ext cx="594360" cy="594360"/>
          </a:xfrm>
          <a:prstGeom prst="ellipse">
            <a:avLst/>
          </a:prstGeom>
          <a:solidFill>
            <a:srgbClr val="82B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00200" y="1700784"/>
            <a:ext cx="594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057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37637C"/>
                </a:solidFill>
                <a:latin typeface="Aptos"/>
              </a:rPr>
              <a:t>Enter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233172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46525C"/>
                </a:solidFill>
                <a:latin typeface="Aptos"/>
              </a:rPr>
              <a:t>User enters a movie title or keyword.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39" y="1755648"/>
            <a:ext cx="411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>
                <a:solidFill>
                  <a:srgbClr val="A8BEC9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480560" y="1600200"/>
            <a:ext cx="594360" cy="594360"/>
          </a:xfrm>
          <a:prstGeom prst="ellipse">
            <a:avLst/>
          </a:prstGeom>
          <a:solidFill>
            <a:srgbClr val="82B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700784"/>
            <a:ext cx="594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377440"/>
            <a:ext cx="2057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37637C"/>
                </a:solidFill>
                <a:latin typeface="Aptos"/>
              </a:rPr>
              <a:t>Apply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907792"/>
            <a:ext cx="233172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46525C"/>
                </a:solidFill>
                <a:latin typeface="Aptos"/>
              </a:rPr>
              <a:t>Genre selection narrows the collection.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755648"/>
            <a:ext cx="411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>
                <a:solidFill>
                  <a:srgbClr val="A8BEC9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7360919" y="1600200"/>
            <a:ext cx="594360" cy="594360"/>
          </a:xfrm>
          <a:prstGeom prst="ellipse">
            <a:avLst/>
          </a:prstGeom>
          <a:solidFill>
            <a:srgbClr val="82B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19" y="1700784"/>
            <a:ext cx="594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77440"/>
            <a:ext cx="2057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37637C"/>
                </a:solidFill>
                <a:latin typeface="Aptos"/>
              </a:rPr>
              <a:t>Choose Sort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233172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46525C"/>
                </a:solidFill>
                <a:latin typeface="Aptos"/>
              </a:rPr>
              <a:t>Rating or release year determines ordering.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1755648"/>
            <a:ext cx="411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>
                <a:solidFill>
                  <a:srgbClr val="A8BEC9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0" y="1600200"/>
            <a:ext cx="594360" cy="594360"/>
          </a:xfrm>
          <a:prstGeom prst="ellipse">
            <a:avLst/>
          </a:prstGeom>
          <a:solidFill>
            <a:srgbClr val="82B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0" y="1700784"/>
            <a:ext cx="594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377440"/>
            <a:ext cx="2057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37637C"/>
                </a:solidFill>
                <a:latin typeface="Aptos"/>
              </a:rPr>
              <a:t>View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907792"/>
            <a:ext cx="233172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46525C"/>
                </a:solidFill>
                <a:latin typeface="Aptos"/>
              </a:rPr>
              <a:t>JavaScript updates the DOM with matching movies.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dirty="0">
                <a:solidFill>
                  <a:srgbClr val="305B74"/>
                </a:solidFill>
                <a:latin typeface="Aptos"/>
              </a:rPr>
              <a:t>Responsive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The interface adapts to different screen sizes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23774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956816"/>
            <a:ext cx="287121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>
                <a:solidFill>
                  <a:srgbClr val="386782"/>
                </a:solidFill>
                <a:latin typeface="Aptos"/>
              </a:rPr>
              <a:t>CSS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423160"/>
            <a:ext cx="2871216" cy="1664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434F59"/>
                </a:solidFill>
                <a:latin typeface="Aptos"/>
              </a:rPr>
              <a:t>Supports structured page layouts and adaptive movie-card arrangements.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23774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956816"/>
            <a:ext cx="287121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>
                <a:solidFill>
                  <a:srgbClr val="386782"/>
                </a:solidFill>
                <a:latin typeface="Aptos"/>
              </a:rPr>
              <a:t>Flexbox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423160"/>
            <a:ext cx="2871216" cy="1664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434F59"/>
                </a:solidFill>
                <a:latin typeface="Aptos"/>
              </a:rPr>
              <a:t>Provides flexible alignment and distribution of interface elements.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200400" cy="237744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956816"/>
            <a:ext cx="287121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>
                <a:solidFill>
                  <a:srgbClr val="386782"/>
                </a:solidFill>
                <a:latin typeface="Aptos"/>
              </a:rPr>
              <a:t>Responsive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423160"/>
            <a:ext cx="2871216" cy="1664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434F59"/>
                </a:solidFill>
                <a:latin typeface="Aptos"/>
              </a:rPr>
              <a:t>Helps maintain usability across desktop, tablet, and smaller displays.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92040"/>
            <a:ext cx="9418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486573"/>
                </a:solidFill>
                <a:latin typeface="Aptos"/>
              </a:rPr>
              <a:t>Goal: maintain a clean, readable, and accessible experience across screen sizes.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dirty="0">
                <a:solidFill>
                  <a:srgbClr val="305B74"/>
                </a:solidFill>
                <a:latin typeface="Aptos"/>
              </a:rPr>
              <a:t>JavaScript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Dynamic behavior is driven by data and event-based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258405"/>
            <a:ext cx="10058400" cy="1692771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304B60"/>
                </a:solidFill>
                <a:latin typeface="Aptos"/>
              </a:rPr>
              <a:t>• </a:t>
            </a:r>
            <a:r>
              <a:rPr dirty="0">
                <a:solidFill>
                  <a:srgbClr val="304B60"/>
                </a:solidFill>
                <a:latin typeface="Aptos"/>
              </a:rPr>
              <a:t>Movie information is represented using JavaScript arrays and objects.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304B60"/>
                </a:solidFill>
                <a:latin typeface="Aptos"/>
              </a:rPr>
              <a:t>• DOM manipulation updates movie cards and visible results dynamically.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304B60"/>
                </a:solidFill>
                <a:latin typeface="Aptos"/>
              </a:rPr>
              <a:t>• Event-driven programming responds to searches, filter selections, and sorting actions.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304B60"/>
                </a:solidFill>
                <a:latin typeface="Aptos"/>
              </a:rPr>
              <a:t>• The page structure remains stable while the displayed collection changes.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D0AC9-1B97-C577-C0A1-9931E8A9A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362" y="3207064"/>
            <a:ext cx="5299587" cy="3395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dirty="0">
                <a:solidFill>
                  <a:srgbClr val="305B74"/>
                </a:solidFill>
                <a:latin typeface="Aptos"/>
              </a:rPr>
              <a:t>Benefits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Practical front-end development skills demonstrated by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3337560" cy="178308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728216"/>
            <a:ext cx="30083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Data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194560"/>
            <a:ext cx="3008376" cy="1069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Managing structured movie information with arrays and objects.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00200"/>
            <a:ext cx="3337560" cy="178308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82312" y="1728216"/>
            <a:ext cx="30083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DOM Manipulation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2194560"/>
            <a:ext cx="3008376" cy="1069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Creating and updating page content programmatically.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00200"/>
            <a:ext cx="3337560" cy="178308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1728216"/>
            <a:ext cx="30083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Event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194560"/>
            <a:ext cx="3008376" cy="1069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Connecting user actions to application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40480"/>
            <a:ext cx="3337560" cy="178308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968496"/>
            <a:ext cx="30083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Responsive Layout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434840"/>
            <a:ext cx="3008376" cy="1069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Applying Grid, Flexbox, and responsive design principles.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840480"/>
            <a:ext cx="3337560" cy="1783080"/>
          </a:xfrm>
          <a:prstGeom prst="roundRect">
            <a:avLst/>
          </a:prstGeom>
          <a:solidFill>
            <a:srgbClr val="FFFCF4"/>
          </a:solidFill>
          <a:ln w="15240"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82312" y="3968496"/>
            <a:ext cx="300837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6782"/>
                </a:solidFill>
                <a:latin typeface="Aptos"/>
              </a:rPr>
              <a:t>UI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4434840"/>
            <a:ext cx="3008376" cy="1069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34F59"/>
                </a:solidFill>
                <a:latin typeface="Aptos"/>
              </a:rPr>
              <a:t>Building an organized and user-friendly interface.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305B74"/>
                </a:solidFill>
                <a:latin typeface="Aptos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Possible extensions while retaining the same core front-end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058400" cy="42976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04B60"/>
                </a:solidFill>
                <a:latin typeface="Aptos"/>
              </a:rPr>
              <a:t>• Expand the movie dataset with additional titles and metadata.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4B60"/>
                </a:solidFill>
                <a:latin typeface="Aptos"/>
              </a:rPr>
              <a:t>• Add richer movie detail views, trailers, cast information, and ratings.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4B60"/>
                </a:solidFill>
                <a:latin typeface="Aptos"/>
              </a:rPr>
              <a:t>• Introduce favorites or watchlist functionality using browser storage.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4B60"/>
                </a:solidFill>
                <a:latin typeface="Aptos"/>
              </a:rPr>
              <a:t>• Improve accessibility and add more advanced responsive interactions.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4B60"/>
                </a:solidFill>
                <a:latin typeface="Aptos"/>
              </a:rPr>
              <a:t>• Connect to a movie API in a future version for live and larger datasets.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3891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dirty="0">
                <a:solidFill>
                  <a:srgbClr val="305B74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E6E78"/>
                </a:solidFill>
                <a:latin typeface="Aptos"/>
              </a:rPr>
              <a:t>Movie Explorer integrates structure, styling, data, and interaction into one front-end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0"/>
            <a:ext cx="97383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375C70"/>
                </a:solidFill>
                <a:latin typeface="Aptos"/>
              </a:rPr>
              <a:t>The project demonstrates how HTML, CSS, and JavaScript can be combined to build a practical and responsive movie browsing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063240"/>
            <a:ext cx="93726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 dirty="0">
                <a:solidFill>
                  <a:srgbClr val="48525B"/>
                </a:solidFill>
                <a:latin typeface="Aptos"/>
              </a:rPr>
              <a:t>Through search, genre filtering, sorting, and interactive movie details, the application provides an efficient way to explore a movie collection while strengthening core client-side web development skills.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7EBB-4F85-1254-5412-93CE11B99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stel Cinema Presentation Background (1)(1).png">
            <a:extLst>
              <a:ext uri="{FF2B5EF4-FFF2-40B4-BE49-F238E27FC236}">
                <a16:creationId xmlns:a16="http://schemas.microsoft.com/office/drawing/2014/main" id="{85463AD4-289B-8052-CDAF-19191213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0"/>
            <a:ext cx="121919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91DCB6-1032-B0E7-811D-6E76A83047B5}"/>
              </a:ext>
            </a:extLst>
          </p:cNvPr>
          <p:cNvSpPr txBox="1"/>
          <p:nvPr/>
        </p:nvSpPr>
        <p:spPr>
          <a:xfrm>
            <a:off x="4867459" y="2986296"/>
            <a:ext cx="1069848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IN" sz="2800" b="1" dirty="0">
                <a:solidFill>
                  <a:srgbClr val="305B74"/>
                </a:solidFill>
                <a:latin typeface="Aptos"/>
              </a:rPr>
              <a:t>THANK YOU</a:t>
            </a:r>
            <a:endParaRPr sz="2800" b="1" dirty="0">
              <a:solidFill>
                <a:srgbClr val="305B7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82281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910</Words>
  <Application>Microsoft Office PowerPoint</Application>
  <PresentationFormat>Widescreen</PresentationFormat>
  <Paragraphs>147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suvek</dc:creator>
  <cp:keywords/>
  <dc:description>generated using python-pptx</dc:description>
  <cp:lastModifiedBy>Mamidi Rishith Kumar</cp:lastModifiedBy>
  <cp:revision>10</cp:revision>
  <dcterms:created xsi:type="dcterms:W3CDTF">2013-01-27T09:14:16Z</dcterms:created>
  <dcterms:modified xsi:type="dcterms:W3CDTF">2026-10-14T15:26:07Z</dcterms:modified>
  <cp:category/>
</cp:coreProperties>
</file>